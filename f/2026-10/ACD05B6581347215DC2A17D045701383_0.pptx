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מותאם אישית</PresentationFormat>
  <Paragraphs>0</Paragraphs>
  <Slides>15</Slides>
  <Notes>0</Notes>
  <HiddenSlides>0</HiddenSlides>
  <MMClips>0</MMClip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15</vt:i4>
      </vt:variant>
    </vt:vector>
  </HeadingPairs>
  <TitlesOfParts>
    <vt:vector size="16" baseType="lpstr"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cp:lastModifiedBy>שירה דעדוש</cp:lastModifiedBy>
  <cp:revision>2</cp:revision>
  <dcterms:created xsi:type="dcterms:W3CDTF">2006-08-16T00:00:00Z</dcterms:created>
  <dcterms:modified xsi:type="dcterms:W3CDTF">2026-10-21T08:56:20Z</dcterms:modified>
</cp:coreProperties>
</file>